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41666-CB72-405B-8B07-3B16A3F1445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199B-2463-4BD6-828D-FB7632501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236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41666-CB72-405B-8B07-3B16A3F1445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199B-2463-4BD6-828D-FB7632501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4970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41666-CB72-405B-8B07-3B16A3F1445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199B-2463-4BD6-828D-FB7632501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739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41666-CB72-405B-8B07-3B16A3F1445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199B-2463-4BD6-828D-FB7632501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8547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41666-CB72-405B-8B07-3B16A3F1445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199B-2463-4BD6-828D-FB7632501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448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41666-CB72-405B-8B07-3B16A3F1445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199B-2463-4BD6-828D-FB7632501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2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41666-CB72-405B-8B07-3B16A3F1445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199B-2463-4BD6-828D-FB7632501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377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41666-CB72-405B-8B07-3B16A3F1445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199B-2463-4BD6-828D-FB7632501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434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41666-CB72-405B-8B07-3B16A3F1445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199B-2463-4BD6-828D-FB7632501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9255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41666-CB72-405B-8B07-3B16A3F1445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199B-2463-4BD6-828D-FB7632501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8632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41666-CB72-405B-8B07-3B16A3F1445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C3199B-2463-4BD6-828D-FB7632501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33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41666-CB72-405B-8B07-3B16A3F14452}" type="datetimeFigureOut">
              <a:rPr lang="en-IN" smtClean="0"/>
              <a:t>12-11-2025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C3199B-2463-4BD6-828D-FB76325012C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546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4074" y="1066800"/>
            <a:ext cx="113745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Please enter all the required details such as MDR number, Invoice number, MDR date, Invoice date, Vendor code, Location, etc., which are mandatory.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i-IN" sz="2000" dirty="0">
                <a:latin typeface="Times New Roman" panose="02020603050405020304" pitchFamily="18" charset="0"/>
              </a:rPr>
              <a:t>कृपया सर्व आवश्यक माहिती भरा जसे की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MDR </a:t>
            </a:r>
            <a:r>
              <a:rPr lang="hi-IN" sz="2000" dirty="0">
                <a:latin typeface="Times New Roman" panose="02020603050405020304" pitchFamily="18" charset="0"/>
              </a:rPr>
              <a:t>क्रमांक, चलन क्रमांक,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MDR </a:t>
            </a:r>
            <a:r>
              <a:rPr lang="hi-IN" sz="2000" dirty="0">
                <a:latin typeface="Times New Roman" panose="02020603050405020304" pitchFamily="18" charset="0"/>
              </a:rPr>
              <a:t>दिनांक, चलन दिनांक, विक्रेता कोड, ठिकाण इत्यादी, जी अनिवार्य </a:t>
            </a:r>
            <a:r>
              <a:rPr lang="hi-IN" sz="2000" dirty="0" smtClean="0">
                <a:latin typeface="Times New Roman" panose="02020603050405020304" pitchFamily="18" charset="0"/>
              </a:rPr>
              <a:t>आहे.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07818" y="221673"/>
            <a:ext cx="58743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Material Discrepancy Report (MDR) :</a:t>
            </a:r>
          </a:p>
          <a:p>
            <a:endParaRPr lang="en-IN" sz="24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27" y="2899953"/>
            <a:ext cx="11447728" cy="382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21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353"/>
          <a:stretch/>
        </p:blipFill>
        <p:spPr>
          <a:xfrm>
            <a:off x="190091" y="1754327"/>
            <a:ext cx="11447728" cy="4826584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V="1">
            <a:off x="494892" y="4184073"/>
            <a:ext cx="4326491" cy="1916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78872" y="0"/>
            <a:ext cx="1095894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 There is also an option for selecting the Unloading Location. When you choose it, the Sub MDR number is generated automatically — there is no need to enter it manually.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Unloading Location </a:t>
            </a:r>
            <a:r>
              <a:rPr lang="hi-IN" dirty="0">
                <a:latin typeface="Times New Roman" panose="02020603050405020304" pitchFamily="18" charset="0"/>
              </a:rPr>
              <a:t>निवडण्याचा पर्याय देखील उपलब्ध आहे. तुम्ही तो निवडल्यास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MDR </a:t>
            </a:r>
            <a:r>
              <a:rPr lang="hi-IN" dirty="0">
                <a:latin typeface="Times New Roman" panose="02020603050405020304" pitchFamily="18" charset="0"/>
              </a:rPr>
              <a:t>क्रमांक आपोआप तयार होतो — तो स्वतंत्रपणे लिहिण्याची गरज नाही.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735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99" y="595745"/>
            <a:ext cx="106125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fill in all the table details. If you want to add another line in the table, click on the “Add Row” button.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तक्त्यातील सर्व माहिती भरा. जर तुम्हाला तक्त्यात आणखी एक ओळ जोडायची असेल, तर “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Row” </a:t>
            </a:r>
            <a:r>
              <a:rPr lang="hi-IN" dirty="0">
                <a:latin typeface="Times New Roman" panose="02020603050405020304" pitchFamily="18" charset="0"/>
              </a:rPr>
              <a:t>बटणावर क्लिक करा.</a:t>
            </a:r>
            <a:endParaRPr lang="en-US" dirty="0">
              <a:latin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27" y="1981201"/>
            <a:ext cx="11447728" cy="4572000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 flipV="1">
            <a:off x="494890" y="5056909"/>
            <a:ext cx="1122219" cy="530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97223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27" y="2091245"/>
            <a:ext cx="11447728" cy="447501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7289" y="387927"/>
            <a:ext cx="1045613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Also, the image upload option is available. Please upload images of the LR, Invoice, or Damaged Material as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required. And verify it after uploading It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तसेच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lang="hi-IN" dirty="0">
                <a:latin typeface="Times New Roman" panose="02020603050405020304" pitchFamily="18" charset="0"/>
              </a:rPr>
              <a:t>अपलोड करण्याचा पर्याय उपलब्ध आहे. कृपया आवश्यकतेनुसार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LR, </a:t>
            </a:r>
            <a:r>
              <a:rPr lang="hi-IN" dirty="0">
                <a:latin typeface="Times New Roman" panose="02020603050405020304" pitchFamily="18" charset="0"/>
              </a:rPr>
              <a:t>चलन, किंवा नुकसान झालेल्या साहित्याच्या प्रतिमा अपलोड </a:t>
            </a:r>
            <a:r>
              <a:rPr lang="hi-IN" dirty="0" smtClean="0">
                <a:latin typeface="Times New Roman" panose="02020603050405020304" pitchFamily="18" charset="0"/>
              </a:rPr>
              <a:t>करा</a:t>
            </a:r>
            <a:r>
              <a:rPr lang="en-US" dirty="0" smtClean="0">
                <a:latin typeface="Times New Roman" panose="02020603050405020304" pitchFamily="18" charset="0"/>
              </a:rPr>
              <a:t>. </a:t>
            </a:r>
            <a:r>
              <a:rPr lang="hi-IN" dirty="0">
                <a:latin typeface="Times New Roman" panose="02020603050405020304" pitchFamily="18" charset="0"/>
              </a:rPr>
              <a:t>अपलोड केलेली प्रतिमा अपलोड केल्यानंतर त्याची पडताळणी करणे अनिवार्य </a:t>
            </a:r>
            <a:r>
              <a:rPr lang="hi-IN" dirty="0" smtClean="0">
                <a:latin typeface="Times New Roman" panose="02020603050405020304" pitchFamily="18" charset="0"/>
              </a:rPr>
              <a:t>आहे</a:t>
            </a:r>
            <a:r>
              <a:rPr lang="en-US" dirty="0" smtClean="0">
                <a:latin typeface="Times New Roman" panose="02020603050405020304" pitchFamily="18" charset="0"/>
              </a:rPr>
              <a:t>.</a:t>
            </a:r>
            <a:endParaRPr lang="hi-IN" dirty="0">
              <a:latin typeface="Times New Roman" panose="02020603050405020304" pitchFamily="18" charset="0"/>
            </a:endParaRPr>
          </a:p>
          <a:p>
            <a:endParaRPr lang="en-IN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647290" y="5713381"/>
            <a:ext cx="2885619" cy="2240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2140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0601" y="242505"/>
            <a:ext cx="1061258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Check that all the information has been filled in correctly, and then click on the Submit button.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i-IN" sz="2000" dirty="0">
                <a:latin typeface="Times New Roman" panose="02020603050405020304" pitchFamily="18" charset="0"/>
              </a:rPr>
              <a:t>सर्व माहिती योग्यरीत्या भरली आहे याची खात्री करा आणि नंतर सबमिट बटणावर क्लिक करा.</a:t>
            </a:r>
          </a:p>
          <a:p>
            <a:endParaRPr lang="hi-IN" sz="2000" dirty="0">
              <a:latin typeface="Times New Roman" panose="02020603050405020304" pitchFamily="18" charset="0"/>
            </a:endParaRP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927" y="1972491"/>
            <a:ext cx="11447728" cy="4593771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10522373" y="6392649"/>
            <a:ext cx="1669627" cy="815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35473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673" y="1754326"/>
            <a:ext cx="10058400" cy="463341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136468" y="0"/>
            <a:ext cx="1047641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After submitting, the print page will be displayed. Please take a printout of that page and get the required signatures on it.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सबमिट केल्यानंतर प्रिंट पेज दिसेल. कृपया त्या पेजचा प्रिंटआउट घ्या आणि आवश्यक स्वाक्षऱ्या करून घ्या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0588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010"/>
          <a:stretch/>
        </p:blipFill>
        <p:spPr>
          <a:xfrm>
            <a:off x="346364" y="2633437"/>
            <a:ext cx="10945091" cy="393361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03564" y="758747"/>
            <a:ext cx="108342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7.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the page, there is also a Search MDR option. It allows you to view previously filled MDRs. However, if you use those records, they will be treated as a duplicate copy.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पेजवर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MDR </a:t>
            </a:r>
            <a:r>
              <a:rPr lang="hi-IN" dirty="0">
                <a:latin typeface="Times New Roman" panose="02020603050405020304" pitchFamily="18" charset="0"/>
              </a:rPr>
              <a:t>असा पर्याय उपलब्ध आहे. त्याद्वारे तुम्ही आधी भरलेले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MDR </a:t>
            </a:r>
            <a:r>
              <a:rPr lang="hi-IN" dirty="0">
                <a:latin typeface="Times New Roman" panose="02020603050405020304" pitchFamily="18" charset="0"/>
              </a:rPr>
              <a:t>पाहू शकता. मात्र, जर तुम्ही ती नोंद वापरली तर ती प्रत (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duplicate copy) </a:t>
            </a:r>
            <a:r>
              <a:rPr lang="hi-IN" dirty="0">
                <a:latin typeface="Times New Roman" panose="02020603050405020304" pitchFamily="18" charset="0"/>
              </a:rPr>
              <a:t>म्हणून गणली जाईल.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3409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90" y="2351315"/>
            <a:ext cx="10848110" cy="4376056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75854" y="800311"/>
            <a:ext cx="108065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want to download a report, you can use the Export button. It allows you to generate reports date-wise by selecting the Start Date and End Date.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hi-IN" dirty="0">
                <a:latin typeface="Times New Roman" panose="02020603050405020304" pitchFamily="18" charset="0"/>
              </a:rPr>
              <a:t>जर तुम्हाला रिपोर्ट डाउनलोड करायचा असेल, तर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Export </a:t>
            </a:r>
            <a:r>
              <a:rPr lang="hi-IN" dirty="0">
                <a:latin typeface="Times New Roman" panose="02020603050405020304" pitchFamily="18" charset="0"/>
              </a:rPr>
              <a:t>बटणाचा वापर करा. त्याद्वारे तुम्ही सुरुवातीची तारीख (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Date) </a:t>
            </a:r>
            <a:r>
              <a:rPr lang="hi-IN" dirty="0">
                <a:latin typeface="Times New Roman" panose="02020603050405020304" pitchFamily="18" charset="0"/>
              </a:rPr>
              <a:t>आणि शेवटची तारीख (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 Date) </a:t>
            </a:r>
            <a:r>
              <a:rPr lang="hi-IN" dirty="0">
                <a:latin typeface="Times New Roman" panose="02020603050405020304" pitchFamily="18" charset="0"/>
              </a:rPr>
              <a:t>निवडून तारीखनिहाय रिपोर्ट तयार करू शकता.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8058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466</Words>
  <Application>Microsoft Office PowerPoint</Application>
  <PresentationFormat>Widescreen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Mangal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LENOVO1</dc:creator>
  <cp:lastModifiedBy>LENOVO1</cp:lastModifiedBy>
  <cp:revision>3</cp:revision>
  <dcterms:created xsi:type="dcterms:W3CDTF">2025-11-12T07:06:35Z</dcterms:created>
  <dcterms:modified xsi:type="dcterms:W3CDTF">2025-11-12T07:14:26Z</dcterms:modified>
</cp:coreProperties>
</file>