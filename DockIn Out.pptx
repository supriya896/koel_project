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75" r:id="rId2"/>
    <p:sldId id="277" r:id="rId3"/>
    <p:sldId id="290" r:id="rId4"/>
    <p:sldId id="298" r:id="rId5"/>
    <p:sldId id="291" r:id="rId6"/>
    <p:sldId id="278" r:id="rId7"/>
    <p:sldId id="292" r:id="rId8"/>
    <p:sldId id="293" r:id="rId9"/>
    <p:sldId id="279" r:id="rId10"/>
    <p:sldId id="294" r:id="rId11"/>
    <p:sldId id="280" r:id="rId12"/>
    <p:sldId id="28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84" autoAdjust="0"/>
    <p:restoredTop sz="94660"/>
  </p:normalViewPr>
  <p:slideViewPr>
    <p:cSldViewPr snapToGrid="0">
      <p:cViewPr varScale="1">
        <p:scale>
          <a:sx n="69" d="100"/>
          <a:sy n="69" d="100"/>
        </p:scale>
        <p:origin x="84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46A7D0-6902-4647-9F8A-9AE371DBB4C3}" type="datetimeFigureOut">
              <a:rPr lang="en-US" smtClean="0"/>
              <a:t>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FD485D-258D-4D1B-AB28-A352752D169F}" type="slidenum">
              <a:rPr lang="en-US" smtClean="0"/>
              <a:t>‹#›</a:t>
            </a:fld>
            <a:endParaRPr lang="en-US"/>
          </a:p>
        </p:txBody>
      </p:sp>
    </p:spTree>
    <p:extLst>
      <p:ext uri="{BB962C8B-B14F-4D97-AF65-F5344CB8AC3E}">
        <p14:creationId xmlns:p14="http://schemas.microsoft.com/office/powerpoint/2010/main" val="3070664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662B7-6E3B-01E3-F860-EA22FEF282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3A27D15-88C3-64C4-84B6-97244ABA59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9B2DD29-84AC-0068-12ED-208C68C37C0C}"/>
              </a:ext>
            </a:extLst>
          </p:cNvPr>
          <p:cNvSpPr>
            <a:spLocks noGrp="1"/>
          </p:cNvSpPr>
          <p:nvPr>
            <p:ph type="dt" sz="half" idx="10"/>
          </p:nvPr>
        </p:nvSpPr>
        <p:spPr/>
        <p:txBody>
          <a:bodyPr/>
          <a:lstStyle/>
          <a:p>
            <a:fld id="{D425FEFD-06D0-45E7-BF3D-03A1EB18A4CF}" type="datetimeFigureOut">
              <a:rPr lang="en-IN" smtClean="0"/>
              <a:t>12-11-2025</a:t>
            </a:fld>
            <a:endParaRPr lang="en-IN"/>
          </a:p>
        </p:txBody>
      </p:sp>
      <p:sp>
        <p:nvSpPr>
          <p:cNvPr id="5" name="Footer Placeholder 4">
            <a:extLst>
              <a:ext uri="{FF2B5EF4-FFF2-40B4-BE49-F238E27FC236}">
                <a16:creationId xmlns:a16="http://schemas.microsoft.com/office/drawing/2014/main" id="{CC784979-3480-B36F-4273-7AF117A066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564AB5-7616-85B0-8082-DC86A31A7A0D}"/>
              </a:ext>
            </a:extLst>
          </p:cNvPr>
          <p:cNvSpPr>
            <a:spLocks noGrp="1"/>
          </p:cNvSpPr>
          <p:nvPr>
            <p:ph type="sldNum" sz="quarter" idx="12"/>
          </p:nvPr>
        </p:nvSpPr>
        <p:spPr/>
        <p:txBody>
          <a:bodyPr/>
          <a:lstStyle/>
          <a:p>
            <a:fld id="{3746068A-FBDB-4980-8F7C-790438FE3B59}" type="slidenum">
              <a:rPr lang="en-IN" smtClean="0"/>
              <a:t>‹#›</a:t>
            </a:fld>
            <a:endParaRPr lang="en-IN"/>
          </a:p>
        </p:txBody>
      </p:sp>
    </p:spTree>
    <p:extLst>
      <p:ext uri="{BB962C8B-B14F-4D97-AF65-F5344CB8AC3E}">
        <p14:creationId xmlns:p14="http://schemas.microsoft.com/office/powerpoint/2010/main" val="752455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13BA5-C7B3-816B-FFDF-D2E5F59AAA7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B7F669-907D-87BB-2373-23A238D9B3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2C8493-78EF-B753-F299-E7FD074DDF21}"/>
              </a:ext>
            </a:extLst>
          </p:cNvPr>
          <p:cNvSpPr>
            <a:spLocks noGrp="1"/>
          </p:cNvSpPr>
          <p:nvPr>
            <p:ph type="dt" sz="half" idx="10"/>
          </p:nvPr>
        </p:nvSpPr>
        <p:spPr/>
        <p:txBody>
          <a:bodyPr/>
          <a:lstStyle/>
          <a:p>
            <a:fld id="{D425FEFD-06D0-45E7-BF3D-03A1EB18A4CF}" type="datetimeFigureOut">
              <a:rPr lang="en-IN" smtClean="0"/>
              <a:t>12-11-2025</a:t>
            </a:fld>
            <a:endParaRPr lang="en-IN"/>
          </a:p>
        </p:txBody>
      </p:sp>
      <p:sp>
        <p:nvSpPr>
          <p:cNvPr id="5" name="Footer Placeholder 4">
            <a:extLst>
              <a:ext uri="{FF2B5EF4-FFF2-40B4-BE49-F238E27FC236}">
                <a16:creationId xmlns:a16="http://schemas.microsoft.com/office/drawing/2014/main" id="{A5548345-7D81-F289-46B9-C2ED7C9E06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8A3941-F8C0-C813-EB30-723F6DFCE254}"/>
              </a:ext>
            </a:extLst>
          </p:cNvPr>
          <p:cNvSpPr>
            <a:spLocks noGrp="1"/>
          </p:cNvSpPr>
          <p:nvPr>
            <p:ph type="sldNum" sz="quarter" idx="12"/>
          </p:nvPr>
        </p:nvSpPr>
        <p:spPr/>
        <p:txBody>
          <a:bodyPr/>
          <a:lstStyle/>
          <a:p>
            <a:fld id="{3746068A-FBDB-4980-8F7C-790438FE3B59}" type="slidenum">
              <a:rPr lang="en-IN" smtClean="0"/>
              <a:t>‹#›</a:t>
            </a:fld>
            <a:endParaRPr lang="en-IN"/>
          </a:p>
        </p:txBody>
      </p:sp>
    </p:spTree>
    <p:extLst>
      <p:ext uri="{BB962C8B-B14F-4D97-AF65-F5344CB8AC3E}">
        <p14:creationId xmlns:p14="http://schemas.microsoft.com/office/powerpoint/2010/main" val="1020922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3AAAA-6498-E67C-3E47-4445FEE87A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27B32B0-7C35-2489-D3F0-2EDFA979B16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7B3764-3ED1-338B-F68E-687086055D8D}"/>
              </a:ext>
            </a:extLst>
          </p:cNvPr>
          <p:cNvSpPr>
            <a:spLocks noGrp="1"/>
          </p:cNvSpPr>
          <p:nvPr>
            <p:ph type="dt" sz="half" idx="10"/>
          </p:nvPr>
        </p:nvSpPr>
        <p:spPr/>
        <p:txBody>
          <a:bodyPr/>
          <a:lstStyle/>
          <a:p>
            <a:fld id="{D425FEFD-06D0-45E7-BF3D-03A1EB18A4CF}" type="datetimeFigureOut">
              <a:rPr lang="en-IN" smtClean="0"/>
              <a:t>12-11-2025</a:t>
            </a:fld>
            <a:endParaRPr lang="en-IN"/>
          </a:p>
        </p:txBody>
      </p:sp>
      <p:sp>
        <p:nvSpPr>
          <p:cNvPr id="5" name="Footer Placeholder 4">
            <a:extLst>
              <a:ext uri="{FF2B5EF4-FFF2-40B4-BE49-F238E27FC236}">
                <a16:creationId xmlns:a16="http://schemas.microsoft.com/office/drawing/2014/main" id="{F2E060E4-2C48-F1DC-5A7E-FB445BFEEB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F11D42-CF49-A72B-E2E1-F4E8CBAC39BD}"/>
              </a:ext>
            </a:extLst>
          </p:cNvPr>
          <p:cNvSpPr>
            <a:spLocks noGrp="1"/>
          </p:cNvSpPr>
          <p:nvPr>
            <p:ph type="sldNum" sz="quarter" idx="12"/>
          </p:nvPr>
        </p:nvSpPr>
        <p:spPr/>
        <p:txBody>
          <a:bodyPr/>
          <a:lstStyle/>
          <a:p>
            <a:fld id="{3746068A-FBDB-4980-8F7C-790438FE3B59}" type="slidenum">
              <a:rPr lang="en-IN" smtClean="0"/>
              <a:t>‹#›</a:t>
            </a:fld>
            <a:endParaRPr lang="en-IN"/>
          </a:p>
        </p:txBody>
      </p:sp>
    </p:spTree>
    <p:extLst>
      <p:ext uri="{BB962C8B-B14F-4D97-AF65-F5344CB8AC3E}">
        <p14:creationId xmlns:p14="http://schemas.microsoft.com/office/powerpoint/2010/main" val="4164590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228AD-21B6-35B6-43DC-6CAD433956F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E1C122F-92F6-3184-F85B-35DFC17971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08E7AE8-D5C8-D61A-50AD-5DFDD76A87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1F56FB4-B255-DB5A-9AFC-CED144E63147}"/>
              </a:ext>
            </a:extLst>
          </p:cNvPr>
          <p:cNvSpPr>
            <a:spLocks noGrp="1"/>
          </p:cNvSpPr>
          <p:nvPr>
            <p:ph type="dt" sz="half" idx="10"/>
          </p:nvPr>
        </p:nvSpPr>
        <p:spPr/>
        <p:txBody>
          <a:bodyPr/>
          <a:lstStyle/>
          <a:p>
            <a:fld id="{D425FEFD-06D0-45E7-BF3D-03A1EB18A4CF}" type="datetimeFigureOut">
              <a:rPr lang="en-IN" smtClean="0"/>
              <a:t>12-11-2025</a:t>
            </a:fld>
            <a:endParaRPr lang="en-IN"/>
          </a:p>
        </p:txBody>
      </p:sp>
      <p:sp>
        <p:nvSpPr>
          <p:cNvPr id="6" name="Footer Placeholder 5">
            <a:extLst>
              <a:ext uri="{FF2B5EF4-FFF2-40B4-BE49-F238E27FC236}">
                <a16:creationId xmlns:a16="http://schemas.microsoft.com/office/drawing/2014/main" id="{9EE3532B-7865-778E-5351-B3F0476F0E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337399-B491-D398-E8BF-A9963B57E3CC}"/>
              </a:ext>
            </a:extLst>
          </p:cNvPr>
          <p:cNvSpPr>
            <a:spLocks noGrp="1"/>
          </p:cNvSpPr>
          <p:nvPr>
            <p:ph type="sldNum" sz="quarter" idx="12"/>
          </p:nvPr>
        </p:nvSpPr>
        <p:spPr/>
        <p:txBody>
          <a:bodyPr/>
          <a:lstStyle/>
          <a:p>
            <a:fld id="{3746068A-FBDB-4980-8F7C-790438FE3B59}" type="slidenum">
              <a:rPr lang="en-IN" smtClean="0"/>
              <a:t>‹#›</a:t>
            </a:fld>
            <a:endParaRPr lang="en-IN"/>
          </a:p>
        </p:txBody>
      </p:sp>
    </p:spTree>
    <p:extLst>
      <p:ext uri="{BB962C8B-B14F-4D97-AF65-F5344CB8AC3E}">
        <p14:creationId xmlns:p14="http://schemas.microsoft.com/office/powerpoint/2010/main" val="2926964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DF4EB-BAF7-D2A3-4C55-171975C88CB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6BA363-BAE4-A795-6A26-806F2891A0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14616F-D76F-777D-8416-E5BD94693A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FDFE1C-ED69-1791-5105-9A243FE4EF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599F84-A0AD-6D87-78FF-706083BD2C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680094D-AAF2-14B1-1592-7E230EB60CAE}"/>
              </a:ext>
            </a:extLst>
          </p:cNvPr>
          <p:cNvSpPr>
            <a:spLocks noGrp="1"/>
          </p:cNvSpPr>
          <p:nvPr>
            <p:ph type="dt" sz="half" idx="10"/>
          </p:nvPr>
        </p:nvSpPr>
        <p:spPr/>
        <p:txBody>
          <a:bodyPr/>
          <a:lstStyle/>
          <a:p>
            <a:fld id="{D425FEFD-06D0-45E7-BF3D-03A1EB18A4CF}" type="datetimeFigureOut">
              <a:rPr lang="en-IN" smtClean="0"/>
              <a:t>12-11-2025</a:t>
            </a:fld>
            <a:endParaRPr lang="en-IN"/>
          </a:p>
        </p:txBody>
      </p:sp>
      <p:sp>
        <p:nvSpPr>
          <p:cNvPr id="8" name="Footer Placeholder 7">
            <a:extLst>
              <a:ext uri="{FF2B5EF4-FFF2-40B4-BE49-F238E27FC236}">
                <a16:creationId xmlns:a16="http://schemas.microsoft.com/office/drawing/2014/main" id="{41CA0F6A-B08F-FE52-FEB5-7E9EB072F1D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44A602B-A381-BAAB-7A64-C7A545CFBFF8}"/>
              </a:ext>
            </a:extLst>
          </p:cNvPr>
          <p:cNvSpPr>
            <a:spLocks noGrp="1"/>
          </p:cNvSpPr>
          <p:nvPr>
            <p:ph type="sldNum" sz="quarter" idx="12"/>
          </p:nvPr>
        </p:nvSpPr>
        <p:spPr/>
        <p:txBody>
          <a:bodyPr/>
          <a:lstStyle/>
          <a:p>
            <a:fld id="{3746068A-FBDB-4980-8F7C-790438FE3B59}" type="slidenum">
              <a:rPr lang="en-IN" smtClean="0"/>
              <a:t>‹#›</a:t>
            </a:fld>
            <a:endParaRPr lang="en-IN"/>
          </a:p>
        </p:txBody>
      </p:sp>
    </p:spTree>
    <p:extLst>
      <p:ext uri="{BB962C8B-B14F-4D97-AF65-F5344CB8AC3E}">
        <p14:creationId xmlns:p14="http://schemas.microsoft.com/office/powerpoint/2010/main" val="3190802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D4613-3999-F152-A1D0-AECD59C42A6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E754E45-F1C5-E3FC-FC85-8BB05D16BDF6}"/>
              </a:ext>
            </a:extLst>
          </p:cNvPr>
          <p:cNvSpPr>
            <a:spLocks noGrp="1"/>
          </p:cNvSpPr>
          <p:nvPr>
            <p:ph type="dt" sz="half" idx="10"/>
          </p:nvPr>
        </p:nvSpPr>
        <p:spPr/>
        <p:txBody>
          <a:bodyPr/>
          <a:lstStyle/>
          <a:p>
            <a:fld id="{D425FEFD-06D0-45E7-BF3D-03A1EB18A4CF}" type="datetimeFigureOut">
              <a:rPr lang="en-IN" smtClean="0"/>
              <a:t>12-11-2025</a:t>
            </a:fld>
            <a:endParaRPr lang="en-IN"/>
          </a:p>
        </p:txBody>
      </p:sp>
      <p:sp>
        <p:nvSpPr>
          <p:cNvPr id="4" name="Footer Placeholder 3">
            <a:extLst>
              <a:ext uri="{FF2B5EF4-FFF2-40B4-BE49-F238E27FC236}">
                <a16:creationId xmlns:a16="http://schemas.microsoft.com/office/drawing/2014/main" id="{5DE4C5A8-DB47-C18C-13F5-FD87CF05BBF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1CB436B-5FDC-9884-04C7-A16213D46411}"/>
              </a:ext>
            </a:extLst>
          </p:cNvPr>
          <p:cNvSpPr>
            <a:spLocks noGrp="1"/>
          </p:cNvSpPr>
          <p:nvPr>
            <p:ph type="sldNum" sz="quarter" idx="12"/>
          </p:nvPr>
        </p:nvSpPr>
        <p:spPr/>
        <p:txBody>
          <a:bodyPr/>
          <a:lstStyle/>
          <a:p>
            <a:fld id="{3746068A-FBDB-4980-8F7C-790438FE3B59}" type="slidenum">
              <a:rPr lang="en-IN" smtClean="0"/>
              <a:t>‹#›</a:t>
            </a:fld>
            <a:endParaRPr lang="en-IN"/>
          </a:p>
        </p:txBody>
      </p:sp>
    </p:spTree>
    <p:extLst>
      <p:ext uri="{BB962C8B-B14F-4D97-AF65-F5344CB8AC3E}">
        <p14:creationId xmlns:p14="http://schemas.microsoft.com/office/powerpoint/2010/main" val="2031215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22CBF2-7AC2-6212-D050-68D54119EB65}"/>
              </a:ext>
            </a:extLst>
          </p:cNvPr>
          <p:cNvSpPr>
            <a:spLocks noGrp="1"/>
          </p:cNvSpPr>
          <p:nvPr>
            <p:ph type="dt" sz="half" idx="10"/>
          </p:nvPr>
        </p:nvSpPr>
        <p:spPr/>
        <p:txBody>
          <a:bodyPr/>
          <a:lstStyle/>
          <a:p>
            <a:fld id="{D425FEFD-06D0-45E7-BF3D-03A1EB18A4CF}" type="datetimeFigureOut">
              <a:rPr lang="en-IN" smtClean="0"/>
              <a:t>12-11-2025</a:t>
            </a:fld>
            <a:endParaRPr lang="en-IN"/>
          </a:p>
        </p:txBody>
      </p:sp>
      <p:sp>
        <p:nvSpPr>
          <p:cNvPr id="3" name="Footer Placeholder 2">
            <a:extLst>
              <a:ext uri="{FF2B5EF4-FFF2-40B4-BE49-F238E27FC236}">
                <a16:creationId xmlns:a16="http://schemas.microsoft.com/office/drawing/2014/main" id="{69373580-A21F-2BF5-57C2-9561DBF2B88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7924541-DBBF-2C57-2F11-B626ED7F8112}"/>
              </a:ext>
            </a:extLst>
          </p:cNvPr>
          <p:cNvSpPr>
            <a:spLocks noGrp="1"/>
          </p:cNvSpPr>
          <p:nvPr>
            <p:ph type="sldNum" sz="quarter" idx="12"/>
          </p:nvPr>
        </p:nvSpPr>
        <p:spPr/>
        <p:txBody>
          <a:bodyPr/>
          <a:lstStyle/>
          <a:p>
            <a:fld id="{3746068A-FBDB-4980-8F7C-790438FE3B59}" type="slidenum">
              <a:rPr lang="en-IN" smtClean="0"/>
              <a:t>‹#›</a:t>
            </a:fld>
            <a:endParaRPr lang="en-IN"/>
          </a:p>
        </p:txBody>
      </p:sp>
    </p:spTree>
    <p:extLst>
      <p:ext uri="{BB962C8B-B14F-4D97-AF65-F5344CB8AC3E}">
        <p14:creationId xmlns:p14="http://schemas.microsoft.com/office/powerpoint/2010/main" val="1628082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2391D-CEC3-2D41-8A55-B48F41F4B5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3FC3E6C-E5D0-B4F4-1F7E-C5A0A37327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DE4A702-A1F3-E4AC-0A6E-724989758B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364E35-C660-AC18-0EA6-DAD646C59F82}"/>
              </a:ext>
            </a:extLst>
          </p:cNvPr>
          <p:cNvSpPr>
            <a:spLocks noGrp="1"/>
          </p:cNvSpPr>
          <p:nvPr>
            <p:ph type="dt" sz="half" idx="10"/>
          </p:nvPr>
        </p:nvSpPr>
        <p:spPr/>
        <p:txBody>
          <a:bodyPr/>
          <a:lstStyle/>
          <a:p>
            <a:fld id="{D425FEFD-06D0-45E7-BF3D-03A1EB18A4CF}" type="datetimeFigureOut">
              <a:rPr lang="en-IN" smtClean="0"/>
              <a:t>12-11-2025</a:t>
            </a:fld>
            <a:endParaRPr lang="en-IN"/>
          </a:p>
        </p:txBody>
      </p:sp>
      <p:sp>
        <p:nvSpPr>
          <p:cNvPr id="6" name="Footer Placeholder 5">
            <a:extLst>
              <a:ext uri="{FF2B5EF4-FFF2-40B4-BE49-F238E27FC236}">
                <a16:creationId xmlns:a16="http://schemas.microsoft.com/office/drawing/2014/main" id="{77738DE6-D6E0-C9E3-6B8D-D6EF44A568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BA7989-D2CC-D56E-2343-DEF97D519F40}"/>
              </a:ext>
            </a:extLst>
          </p:cNvPr>
          <p:cNvSpPr>
            <a:spLocks noGrp="1"/>
          </p:cNvSpPr>
          <p:nvPr>
            <p:ph type="sldNum" sz="quarter" idx="12"/>
          </p:nvPr>
        </p:nvSpPr>
        <p:spPr/>
        <p:txBody>
          <a:bodyPr/>
          <a:lstStyle/>
          <a:p>
            <a:fld id="{3746068A-FBDB-4980-8F7C-790438FE3B59}" type="slidenum">
              <a:rPr lang="en-IN" smtClean="0"/>
              <a:t>‹#›</a:t>
            </a:fld>
            <a:endParaRPr lang="en-IN"/>
          </a:p>
        </p:txBody>
      </p:sp>
    </p:spTree>
    <p:extLst>
      <p:ext uri="{BB962C8B-B14F-4D97-AF65-F5344CB8AC3E}">
        <p14:creationId xmlns:p14="http://schemas.microsoft.com/office/powerpoint/2010/main" val="65699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C8012-82BA-E5C5-D484-6798BAF28C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77D3AF7-C02A-3DB1-BB0A-7088AF9391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774CB55-63F6-71D8-5E30-BA39589EC6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E32084-E8A4-8C49-91A1-CB35351614FF}"/>
              </a:ext>
            </a:extLst>
          </p:cNvPr>
          <p:cNvSpPr>
            <a:spLocks noGrp="1"/>
          </p:cNvSpPr>
          <p:nvPr>
            <p:ph type="dt" sz="half" idx="10"/>
          </p:nvPr>
        </p:nvSpPr>
        <p:spPr/>
        <p:txBody>
          <a:bodyPr/>
          <a:lstStyle/>
          <a:p>
            <a:fld id="{D425FEFD-06D0-45E7-BF3D-03A1EB18A4CF}" type="datetimeFigureOut">
              <a:rPr lang="en-IN" smtClean="0"/>
              <a:t>12-11-2025</a:t>
            </a:fld>
            <a:endParaRPr lang="en-IN"/>
          </a:p>
        </p:txBody>
      </p:sp>
      <p:sp>
        <p:nvSpPr>
          <p:cNvPr id="6" name="Footer Placeholder 5">
            <a:extLst>
              <a:ext uri="{FF2B5EF4-FFF2-40B4-BE49-F238E27FC236}">
                <a16:creationId xmlns:a16="http://schemas.microsoft.com/office/drawing/2014/main" id="{FAB2373A-12B8-9431-C765-6BFF68AE3F6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957877-0A80-4307-5EEE-23B55AF4F737}"/>
              </a:ext>
            </a:extLst>
          </p:cNvPr>
          <p:cNvSpPr>
            <a:spLocks noGrp="1"/>
          </p:cNvSpPr>
          <p:nvPr>
            <p:ph type="sldNum" sz="quarter" idx="12"/>
          </p:nvPr>
        </p:nvSpPr>
        <p:spPr/>
        <p:txBody>
          <a:bodyPr/>
          <a:lstStyle/>
          <a:p>
            <a:fld id="{3746068A-FBDB-4980-8F7C-790438FE3B59}" type="slidenum">
              <a:rPr lang="en-IN" smtClean="0"/>
              <a:t>‹#›</a:t>
            </a:fld>
            <a:endParaRPr lang="en-IN"/>
          </a:p>
        </p:txBody>
      </p:sp>
    </p:spTree>
    <p:extLst>
      <p:ext uri="{BB962C8B-B14F-4D97-AF65-F5344CB8AC3E}">
        <p14:creationId xmlns:p14="http://schemas.microsoft.com/office/powerpoint/2010/main" val="4032880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FA82F-5107-080F-7732-CE0720D904E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FA3E36-4491-F96B-E439-B25312FB3B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656070-BDD8-C6DC-CA15-3E99BB6DC386}"/>
              </a:ext>
            </a:extLst>
          </p:cNvPr>
          <p:cNvSpPr>
            <a:spLocks noGrp="1"/>
          </p:cNvSpPr>
          <p:nvPr>
            <p:ph type="dt" sz="half" idx="10"/>
          </p:nvPr>
        </p:nvSpPr>
        <p:spPr/>
        <p:txBody>
          <a:bodyPr/>
          <a:lstStyle/>
          <a:p>
            <a:fld id="{D425FEFD-06D0-45E7-BF3D-03A1EB18A4CF}" type="datetimeFigureOut">
              <a:rPr lang="en-IN" smtClean="0"/>
              <a:t>12-11-2025</a:t>
            </a:fld>
            <a:endParaRPr lang="en-IN"/>
          </a:p>
        </p:txBody>
      </p:sp>
      <p:sp>
        <p:nvSpPr>
          <p:cNvPr id="5" name="Footer Placeholder 4">
            <a:extLst>
              <a:ext uri="{FF2B5EF4-FFF2-40B4-BE49-F238E27FC236}">
                <a16:creationId xmlns:a16="http://schemas.microsoft.com/office/drawing/2014/main" id="{79548DD2-0050-9B9C-459C-3ACB081F96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0491A9-7871-9CC7-490D-3B321FE49063}"/>
              </a:ext>
            </a:extLst>
          </p:cNvPr>
          <p:cNvSpPr>
            <a:spLocks noGrp="1"/>
          </p:cNvSpPr>
          <p:nvPr>
            <p:ph type="sldNum" sz="quarter" idx="12"/>
          </p:nvPr>
        </p:nvSpPr>
        <p:spPr/>
        <p:txBody>
          <a:bodyPr/>
          <a:lstStyle/>
          <a:p>
            <a:fld id="{3746068A-FBDB-4980-8F7C-790438FE3B59}" type="slidenum">
              <a:rPr lang="en-IN" smtClean="0"/>
              <a:t>‹#›</a:t>
            </a:fld>
            <a:endParaRPr lang="en-IN"/>
          </a:p>
        </p:txBody>
      </p:sp>
    </p:spTree>
    <p:extLst>
      <p:ext uri="{BB962C8B-B14F-4D97-AF65-F5344CB8AC3E}">
        <p14:creationId xmlns:p14="http://schemas.microsoft.com/office/powerpoint/2010/main" val="265201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77EBEC-8530-7CC2-83F7-53D83CEBF2C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A8AA531-C920-CFF5-160A-E5AD4FDC35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14117B-390D-6705-5CA2-ABA9F196BDFC}"/>
              </a:ext>
            </a:extLst>
          </p:cNvPr>
          <p:cNvSpPr>
            <a:spLocks noGrp="1"/>
          </p:cNvSpPr>
          <p:nvPr>
            <p:ph type="dt" sz="half" idx="10"/>
          </p:nvPr>
        </p:nvSpPr>
        <p:spPr/>
        <p:txBody>
          <a:bodyPr/>
          <a:lstStyle/>
          <a:p>
            <a:fld id="{D425FEFD-06D0-45E7-BF3D-03A1EB18A4CF}" type="datetimeFigureOut">
              <a:rPr lang="en-IN" smtClean="0"/>
              <a:t>12-11-2025</a:t>
            </a:fld>
            <a:endParaRPr lang="en-IN"/>
          </a:p>
        </p:txBody>
      </p:sp>
      <p:sp>
        <p:nvSpPr>
          <p:cNvPr id="5" name="Footer Placeholder 4">
            <a:extLst>
              <a:ext uri="{FF2B5EF4-FFF2-40B4-BE49-F238E27FC236}">
                <a16:creationId xmlns:a16="http://schemas.microsoft.com/office/drawing/2014/main" id="{7EF138E5-8245-F094-CA72-28BEF2FBB6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25E97C-1878-8E6F-3A37-91B93E56330C}"/>
              </a:ext>
            </a:extLst>
          </p:cNvPr>
          <p:cNvSpPr>
            <a:spLocks noGrp="1"/>
          </p:cNvSpPr>
          <p:nvPr>
            <p:ph type="sldNum" sz="quarter" idx="12"/>
          </p:nvPr>
        </p:nvSpPr>
        <p:spPr/>
        <p:txBody>
          <a:bodyPr/>
          <a:lstStyle/>
          <a:p>
            <a:fld id="{3746068A-FBDB-4980-8F7C-790438FE3B59}" type="slidenum">
              <a:rPr lang="en-IN" smtClean="0"/>
              <a:t>‹#›</a:t>
            </a:fld>
            <a:endParaRPr lang="en-IN"/>
          </a:p>
        </p:txBody>
      </p:sp>
    </p:spTree>
    <p:extLst>
      <p:ext uri="{BB962C8B-B14F-4D97-AF65-F5344CB8AC3E}">
        <p14:creationId xmlns:p14="http://schemas.microsoft.com/office/powerpoint/2010/main" val="1095726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B2FEFD-F893-AB92-9A39-9E364D8B9A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12B3A5-4C6A-04E8-7338-DFBE45FB69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B96F09-BF3A-E8DD-F91A-1BF0994F2B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25FEFD-06D0-45E7-BF3D-03A1EB18A4CF}" type="datetimeFigureOut">
              <a:rPr lang="en-IN" smtClean="0"/>
              <a:t>12-11-2025</a:t>
            </a:fld>
            <a:endParaRPr lang="en-IN"/>
          </a:p>
        </p:txBody>
      </p:sp>
      <p:sp>
        <p:nvSpPr>
          <p:cNvPr id="5" name="Footer Placeholder 4">
            <a:extLst>
              <a:ext uri="{FF2B5EF4-FFF2-40B4-BE49-F238E27FC236}">
                <a16:creationId xmlns:a16="http://schemas.microsoft.com/office/drawing/2014/main" id="{66FD8EA3-3769-80C2-F554-343E08C720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6930577-B1A3-C872-E232-39439F368D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46068A-FBDB-4980-8F7C-790438FE3B59}" type="slidenum">
              <a:rPr lang="en-IN" smtClean="0"/>
              <a:t>‹#›</a:t>
            </a:fld>
            <a:endParaRPr lang="en-IN"/>
          </a:p>
        </p:txBody>
      </p:sp>
    </p:spTree>
    <p:extLst>
      <p:ext uri="{BB962C8B-B14F-4D97-AF65-F5344CB8AC3E}">
        <p14:creationId xmlns:p14="http://schemas.microsoft.com/office/powerpoint/2010/main" val="4863587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2618" y="221673"/>
            <a:ext cx="4849091" cy="523220"/>
          </a:xfrm>
          <a:prstGeom prst="rect">
            <a:avLst/>
          </a:prstGeom>
          <a:noFill/>
        </p:spPr>
        <p:txBody>
          <a:bodyPr wrap="square" rtlCol="0">
            <a:spAutoFit/>
          </a:bodyPr>
          <a:lstStyle/>
          <a:p>
            <a:r>
              <a:rPr lang="en-US" sz="2800" dirty="0" smtClean="0">
                <a:latin typeface="Times New Roman" panose="02020603050405020304" pitchFamily="18" charset="0"/>
                <a:cs typeface="Times New Roman" panose="02020603050405020304" pitchFamily="18" charset="0"/>
              </a:rPr>
              <a:t>Dock In-Out System</a:t>
            </a:r>
            <a:endParaRPr lang="en-IN" sz="28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236" y="1291223"/>
            <a:ext cx="11715849" cy="5386669"/>
          </a:xfrm>
          <a:prstGeom prst="rect">
            <a:avLst/>
          </a:prstGeom>
        </p:spPr>
      </p:pic>
    </p:spTree>
    <p:extLst>
      <p:ext uri="{BB962C8B-B14F-4D97-AF65-F5344CB8AC3E}">
        <p14:creationId xmlns:p14="http://schemas.microsoft.com/office/powerpoint/2010/main" val="9583703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8146" y="277091"/>
            <a:ext cx="4350328" cy="523220"/>
          </a:xfrm>
          <a:prstGeom prst="rect">
            <a:avLst/>
          </a:prstGeom>
          <a:noFill/>
        </p:spPr>
        <p:txBody>
          <a:bodyPr wrap="square" rtlCol="0">
            <a:spAutoFit/>
          </a:bodyPr>
          <a:lstStyle/>
          <a:p>
            <a:r>
              <a:rPr lang="en-US" sz="2800" dirty="0" smtClean="0">
                <a:latin typeface="Times New Roman" panose="02020603050405020304" pitchFamily="18" charset="0"/>
                <a:cs typeface="Times New Roman" panose="02020603050405020304" pitchFamily="18" charset="0"/>
              </a:rPr>
              <a:t>Search </a:t>
            </a:r>
            <a:r>
              <a:rPr lang="en-US" sz="2800" dirty="0" smtClean="0">
                <a:latin typeface="Times New Roman" panose="02020603050405020304" pitchFamily="18" charset="0"/>
                <a:cs typeface="Times New Roman" panose="02020603050405020304" pitchFamily="18" charset="0"/>
              </a:rPr>
              <a:t>Vehicle </a:t>
            </a:r>
            <a:endParaRPr lang="en-IN" sz="28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301" y="3779884"/>
            <a:ext cx="10575008" cy="2723684"/>
          </a:xfrm>
          <a:prstGeom prst="rect">
            <a:avLst/>
          </a:prstGeom>
        </p:spPr>
      </p:pic>
      <p:sp>
        <p:nvSpPr>
          <p:cNvPr id="5" name="TextBox 4"/>
          <p:cNvSpPr txBox="1"/>
          <p:nvPr/>
        </p:nvSpPr>
        <p:spPr>
          <a:xfrm>
            <a:off x="748146" y="900546"/>
            <a:ext cx="10557163" cy="313932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1. Search vehicle :</a:t>
            </a:r>
          </a:p>
          <a:p>
            <a:r>
              <a:rPr lang="en-US" dirty="0">
                <a:latin typeface="Times New Roman" panose="02020603050405020304" pitchFamily="18" charset="0"/>
                <a:cs typeface="Times New Roman" panose="02020603050405020304" pitchFamily="18" charset="0"/>
              </a:rPr>
              <a:t> A user can search for a specific vehicle in Dock In–Out by entering the Vehicle Number, Gate Entry Number, or Transporter Name. Once any of these details are entered, the corresponding vehicle information will be displayed on the Dock page.</a:t>
            </a:r>
          </a:p>
          <a:p>
            <a:r>
              <a:rPr lang="en-US" dirty="0">
                <a:latin typeface="Times New Roman" panose="02020603050405020304" pitchFamily="18" charset="0"/>
                <a:cs typeface="Times New Roman" panose="02020603050405020304" pitchFamily="18" charset="0"/>
              </a:rPr>
              <a:t> Once any of these details are entered, the corresponding vehicle information will be displayed on the Dock page.</a:t>
            </a:r>
          </a:p>
          <a:p>
            <a:r>
              <a:rPr lang="en-US" dirty="0">
                <a:latin typeface="Times New Roman" panose="02020603050405020304" pitchFamily="18" charset="0"/>
                <a:cs typeface="Times New Roman" panose="02020603050405020304" pitchFamily="18" charset="0"/>
              </a:rPr>
              <a:t> </a:t>
            </a:r>
          </a:p>
          <a:p>
            <a:r>
              <a:rPr lang="hi-IN" dirty="0">
                <a:latin typeface="Times New Roman" panose="02020603050405020304" pitchFamily="18" charset="0"/>
              </a:rPr>
              <a:t>वापरकर्ता वाहन क्रमांक, गेट एन्ट्री क्रमांक, किंवा </a:t>
            </a:r>
            <a:r>
              <a:rPr lang="en-IN" dirty="0">
                <a:latin typeface="Times New Roman" panose="02020603050405020304" pitchFamily="18" charset="0"/>
                <a:cs typeface="Times New Roman" panose="02020603050405020304" pitchFamily="18" charset="0"/>
              </a:rPr>
              <a:t>Transporter </a:t>
            </a:r>
            <a:r>
              <a:rPr lang="hi-IN" dirty="0">
                <a:latin typeface="Times New Roman" panose="02020603050405020304" pitchFamily="18" charset="0"/>
              </a:rPr>
              <a:t>नाव प्रविष्ट करून </a:t>
            </a:r>
            <a:r>
              <a:rPr lang="en-IN" dirty="0">
                <a:latin typeface="Times New Roman" panose="02020603050405020304" pitchFamily="18" charset="0"/>
                <a:cs typeface="Times New Roman" panose="02020603050405020304" pitchFamily="18" charset="0"/>
              </a:rPr>
              <a:t>Dock In–Out </a:t>
            </a:r>
            <a:r>
              <a:rPr lang="hi-IN" dirty="0">
                <a:latin typeface="Times New Roman" panose="02020603050405020304" pitchFamily="18" charset="0"/>
              </a:rPr>
              <a:t>मध्ये विशिष्ट वाहन शोधू शकतो.</a:t>
            </a:r>
          </a:p>
          <a:p>
            <a:r>
              <a:rPr lang="hi-IN" dirty="0">
                <a:latin typeface="Times New Roman" panose="02020603050405020304" pitchFamily="18" charset="0"/>
              </a:rPr>
              <a:t>या पैकी कोणतीही माहिती प्रविष्ट केल्यानंतर संबंधित वाहनाची माहिती </a:t>
            </a:r>
            <a:r>
              <a:rPr lang="en-IN" dirty="0">
                <a:latin typeface="Times New Roman" panose="02020603050405020304" pitchFamily="18" charset="0"/>
                <a:cs typeface="Times New Roman" panose="02020603050405020304" pitchFamily="18" charset="0"/>
              </a:rPr>
              <a:t>Dock </a:t>
            </a:r>
            <a:r>
              <a:rPr lang="hi-IN" dirty="0">
                <a:latin typeface="Times New Roman" panose="02020603050405020304" pitchFamily="18" charset="0"/>
              </a:rPr>
              <a:t>पेजवर दर्शविली जाईल.</a:t>
            </a:r>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124642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8441" y="748145"/>
            <a:ext cx="10905523" cy="2862322"/>
          </a:xfrm>
          <a:prstGeom prst="rect">
            <a:avLst/>
          </a:prstGeom>
          <a:noFill/>
        </p:spPr>
        <p:txBody>
          <a:bodyPr wrap="square" rtlCol="0">
            <a:spAutoFit/>
          </a:bodyPr>
          <a:lstStyle/>
          <a:p>
            <a:r>
              <a:rPr lang="en-US" sz="2000" b="1" dirty="0" smtClean="0">
                <a:latin typeface="Times New Roman" panose="02020603050405020304" pitchFamily="18" charset="0"/>
                <a:cs typeface="Times New Roman" panose="02020603050405020304" pitchFamily="18" charset="0"/>
              </a:rPr>
              <a:t>2. Fill </a:t>
            </a:r>
            <a:r>
              <a:rPr lang="en-US" sz="2000" b="1" dirty="0">
                <a:latin typeface="Times New Roman" panose="02020603050405020304" pitchFamily="18" charset="0"/>
                <a:cs typeface="Times New Roman" panose="02020603050405020304" pitchFamily="18" charset="0"/>
              </a:rPr>
              <a:t>Gate Entry </a:t>
            </a:r>
            <a:r>
              <a:rPr lang="en-US" sz="2000" b="1" dirty="0" smtClean="0">
                <a:latin typeface="Times New Roman" panose="02020603050405020304" pitchFamily="18" charset="0"/>
                <a:cs typeface="Times New Roman" panose="02020603050405020304" pitchFamily="18" charset="0"/>
              </a:rPr>
              <a:t>Number : </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Gate Entry Number must be unique across all Dock In–Out records for each trip. It should always be entered before performing Dock-In and must consist of exactly 12 digits</a:t>
            </a:r>
            <a:r>
              <a:rPr lang="en-US" sz="2000" dirty="0" smtClean="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hi-IN" sz="2000" dirty="0">
                <a:latin typeface="Times New Roman" panose="02020603050405020304" pitchFamily="18" charset="0"/>
              </a:rPr>
              <a:t>गेट एन्ट्री क्रमांक भरा</a:t>
            </a:r>
            <a:br>
              <a:rPr lang="hi-IN" sz="2000" dirty="0">
                <a:latin typeface="Times New Roman" panose="02020603050405020304" pitchFamily="18" charset="0"/>
              </a:rPr>
            </a:br>
            <a:r>
              <a:rPr lang="hi-IN" sz="2000" dirty="0">
                <a:latin typeface="Times New Roman" panose="02020603050405020304" pitchFamily="18" charset="0"/>
              </a:rPr>
              <a:t>प्रत्येक ट्रिपसाठी </a:t>
            </a:r>
            <a:r>
              <a:rPr lang="en-IN" sz="2000" dirty="0">
                <a:latin typeface="Times New Roman" panose="02020603050405020304" pitchFamily="18" charset="0"/>
                <a:cs typeface="Times New Roman" panose="02020603050405020304" pitchFamily="18" charset="0"/>
              </a:rPr>
              <a:t>Dock In–Out </a:t>
            </a:r>
            <a:r>
              <a:rPr lang="hi-IN" sz="2000" dirty="0">
                <a:latin typeface="Times New Roman" panose="02020603050405020304" pitchFamily="18" charset="0"/>
              </a:rPr>
              <a:t>मध्ये गेट एन्ट्री क्रमांक अद्वितीय (</a:t>
            </a:r>
            <a:r>
              <a:rPr lang="en-IN" sz="2000" dirty="0">
                <a:latin typeface="Times New Roman" panose="02020603050405020304" pitchFamily="18" charset="0"/>
                <a:cs typeface="Times New Roman" panose="02020603050405020304" pitchFamily="18" charset="0"/>
              </a:rPr>
              <a:t>unique) </a:t>
            </a:r>
            <a:r>
              <a:rPr lang="hi-IN" sz="2000" dirty="0">
                <a:latin typeface="Times New Roman" panose="02020603050405020304" pitchFamily="18" charset="0"/>
              </a:rPr>
              <a:t>असावा. </a:t>
            </a:r>
            <a:r>
              <a:rPr lang="en-IN" sz="2000" dirty="0">
                <a:latin typeface="Times New Roman" panose="02020603050405020304" pitchFamily="18" charset="0"/>
                <a:cs typeface="Times New Roman" panose="02020603050405020304" pitchFamily="18" charset="0"/>
              </a:rPr>
              <a:t>Dock-In </a:t>
            </a:r>
            <a:r>
              <a:rPr lang="hi-IN" sz="2000" dirty="0">
                <a:latin typeface="Times New Roman" panose="02020603050405020304" pitchFamily="18" charset="0"/>
              </a:rPr>
              <a:t>करण्यापूर्वी तो नेहमी भरावा आणि त्यामध्ये नेमके 12 अंक असणे आवश्यक आहे.</a:t>
            </a:r>
          </a:p>
          <a:p>
            <a:endParaRPr lang="en-US" sz="2000" dirty="0" smtClean="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441" y="3433520"/>
            <a:ext cx="10575008" cy="2723684"/>
          </a:xfrm>
          <a:prstGeom prst="rect">
            <a:avLst/>
          </a:prstGeom>
        </p:spPr>
      </p:pic>
      <p:cxnSp>
        <p:nvCxnSpPr>
          <p:cNvPr id="10" name="Straight Connector 9"/>
          <p:cNvCxnSpPr/>
          <p:nvPr/>
        </p:nvCxnSpPr>
        <p:spPr>
          <a:xfrm flipV="1">
            <a:off x="4447309" y="5555673"/>
            <a:ext cx="831272" cy="1385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80863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441" y="2923308"/>
            <a:ext cx="10575008" cy="2998368"/>
          </a:xfrm>
          <a:prstGeom prst="rect">
            <a:avLst/>
          </a:prstGeom>
        </p:spPr>
      </p:pic>
      <p:cxnSp>
        <p:nvCxnSpPr>
          <p:cNvPr id="3" name="Straight Connector 2"/>
          <p:cNvCxnSpPr/>
          <p:nvPr/>
        </p:nvCxnSpPr>
        <p:spPr>
          <a:xfrm flipV="1">
            <a:off x="7952509" y="5237018"/>
            <a:ext cx="831272" cy="1385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845127" y="249382"/>
            <a:ext cx="10448322" cy="2308324"/>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3. Enter Total Invoices</a:t>
            </a:r>
            <a:br>
              <a:rPr lang="en-IN" b="1"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The Total Invoices value must match the sum of all invoices from the docked locations. This validation must be checked before performing the final Dock-Out.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r>
              <a:rPr lang="hi-IN" dirty="0">
                <a:latin typeface="Times New Roman" panose="02020603050405020304" pitchFamily="18" charset="0"/>
              </a:rPr>
              <a:t>एकूण चलनांची संख्या भरा</a:t>
            </a:r>
            <a:br>
              <a:rPr lang="hi-IN" dirty="0">
                <a:latin typeface="Times New Roman" panose="02020603050405020304" pitchFamily="18" charset="0"/>
              </a:rPr>
            </a:br>
            <a:r>
              <a:rPr lang="hi-IN" dirty="0">
                <a:latin typeface="Times New Roman" panose="02020603050405020304" pitchFamily="18" charset="0"/>
              </a:rPr>
              <a:t>एकूण चलनांची संख्या (</a:t>
            </a:r>
            <a:r>
              <a:rPr lang="en-IN" dirty="0">
                <a:latin typeface="Times New Roman" panose="02020603050405020304" pitchFamily="18" charset="0"/>
                <a:cs typeface="Times New Roman" panose="02020603050405020304" pitchFamily="18" charset="0"/>
              </a:rPr>
              <a:t>Total Invoices) </a:t>
            </a:r>
            <a:r>
              <a:rPr lang="hi-IN" dirty="0">
                <a:latin typeface="Times New Roman" panose="02020603050405020304" pitchFamily="18" charset="0"/>
              </a:rPr>
              <a:t>ही सर्व डॉक केलेल्या ठिकाणांवरील चलनांच्या बेरजेशी जुळली पाहिजे. ही पडताळणी अंतिम </a:t>
            </a:r>
            <a:r>
              <a:rPr lang="en-IN" dirty="0">
                <a:latin typeface="Times New Roman" panose="02020603050405020304" pitchFamily="18" charset="0"/>
                <a:cs typeface="Times New Roman" panose="02020603050405020304" pitchFamily="18" charset="0"/>
              </a:rPr>
              <a:t>Dock-Out </a:t>
            </a:r>
            <a:r>
              <a:rPr lang="hi-IN" dirty="0">
                <a:latin typeface="Times New Roman" panose="02020603050405020304" pitchFamily="18" charset="0"/>
              </a:rPr>
              <a:t>करण्यापूर्वी केली पाहिजे.</a:t>
            </a:r>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7020041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8873" y="471055"/>
            <a:ext cx="11166763" cy="2554545"/>
          </a:xfrm>
          <a:prstGeom prst="rect">
            <a:avLst/>
          </a:prstGeom>
          <a:noFill/>
        </p:spPr>
        <p:txBody>
          <a:bodyPr wrap="square" rtlCol="0">
            <a:spAutoFit/>
          </a:bodyPr>
          <a:lstStyle/>
          <a:p>
            <a:endParaRPr lang="en-US"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4</a:t>
            </a:r>
            <a:r>
              <a:rPr lang="en-IN" sz="2000" b="1" dirty="0" smtClean="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Select Material Category</a:t>
            </a:r>
            <a:br>
              <a:rPr lang="en-IN" sz="2000" b="1"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The Material Category must be selected before performing Dock-In</a:t>
            </a:r>
            <a:r>
              <a:rPr lang="en-IN" sz="2000" dirty="0" smtClean="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IN" sz="2000" dirty="0" smtClean="0">
                <a:latin typeface="Times New Roman" panose="02020603050405020304" pitchFamily="18" charset="0"/>
                <a:cs typeface="Times New Roman" panose="02020603050405020304" pitchFamily="18" charset="0"/>
              </a:rPr>
              <a:t> </a:t>
            </a:r>
            <a:r>
              <a:rPr lang="hi-IN" sz="2000" dirty="0">
                <a:latin typeface="Times New Roman" panose="02020603050405020304" pitchFamily="18" charset="0"/>
              </a:rPr>
              <a:t>मटेरियल श्रेणी निवडा</a:t>
            </a:r>
            <a:br>
              <a:rPr lang="hi-IN" sz="2000" dirty="0">
                <a:latin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Dock-In </a:t>
            </a:r>
            <a:r>
              <a:rPr lang="hi-IN" sz="2000" dirty="0">
                <a:latin typeface="Times New Roman" panose="02020603050405020304" pitchFamily="18" charset="0"/>
              </a:rPr>
              <a:t>करण्यापूर्वी मटेरियल श्रेणी (</a:t>
            </a:r>
            <a:r>
              <a:rPr lang="en-IN" sz="2000" dirty="0">
                <a:latin typeface="Times New Roman" panose="02020603050405020304" pitchFamily="18" charset="0"/>
                <a:cs typeface="Times New Roman" panose="02020603050405020304" pitchFamily="18" charset="0"/>
              </a:rPr>
              <a:t>Material Category) </a:t>
            </a:r>
            <a:r>
              <a:rPr lang="hi-IN" sz="2000" dirty="0">
                <a:latin typeface="Times New Roman" panose="02020603050405020304" pitchFamily="18" charset="0"/>
              </a:rPr>
              <a:t>निवडणे आवश्यक आहे.</a:t>
            </a:r>
          </a:p>
          <a:p>
            <a:r>
              <a:rPr lang="hi-IN" sz="2000" dirty="0">
                <a:latin typeface="Times New Roman" panose="02020603050405020304" pitchFamily="18" charset="0"/>
              </a:rPr>
              <a:t> </a:t>
            </a:r>
          </a:p>
          <a:p>
            <a:r>
              <a:rPr lang="hi-IN" sz="2000" dirty="0">
                <a:latin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217" y="2817782"/>
            <a:ext cx="11111346" cy="3131128"/>
          </a:xfrm>
          <a:prstGeom prst="rect">
            <a:avLst/>
          </a:prstGeom>
        </p:spPr>
      </p:pic>
      <p:cxnSp>
        <p:nvCxnSpPr>
          <p:cNvPr id="4" name="Straight Connector 3"/>
          <p:cNvCxnSpPr/>
          <p:nvPr/>
        </p:nvCxnSpPr>
        <p:spPr>
          <a:xfrm>
            <a:off x="3809999" y="5339309"/>
            <a:ext cx="187036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32205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182" y="3934691"/>
            <a:ext cx="11111346" cy="2923309"/>
          </a:xfrm>
          <a:prstGeom prst="rect">
            <a:avLst/>
          </a:prstGeom>
        </p:spPr>
      </p:pic>
      <p:sp>
        <p:nvSpPr>
          <p:cNvPr id="3" name="TextBox 2"/>
          <p:cNvSpPr txBox="1"/>
          <p:nvPr/>
        </p:nvSpPr>
        <p:spPr>
          <a:xfrm>
            <a:off x="554182" y="914400"/>
            <a:ext cx="11111346" cy="3416320"/>
          </a:xfrm>
          <a:prstGeom prst="rect">
            <a:avLst/>
          </a:prstGeom>
          <a:noFill/>
        </p:spPr>
        <p:txBody>
          <a:bodyPr wrap="square" rtlCol="0">
            <a:spAutoFit/>
          </a:bodyPr>
          <a:lstStyle/>
          <a:p>
            <a:r>
              <a:rPr lang="en-IN" b="1" dirty="0"/>
              <a:t>5. Choose Location &amp; Enter Location Invoices</a:t>
            </a:r>
            <a:br>
              <a:rPr lang="en-IN" b="1" dirty="0"/>
            </a:br>
            <a:r>
              <a:rPr lang="en-IN" dirty="0"/>
              <a:t>Click on the required location (LMHP / HHP / </a:t>
            </a:r>
            <a:r>
              <a:rPr lang="en-IN" dirty="0" err="1"/>
              <a:t>Genset</a:t>
            </a:r>
            <a:r>
              <a:rPr lang="en-IN" dirty="0"/>
              <a:t> / RWH / </a:t>
            </a:r>
            <a:r>
              <a:rPr lang="en-IN" dirty="0" err="1"/>
              <a:t>EStore</a:t>
            </a:r>
            <a:r>
              <a:rPr lang="en-IN" dirty="0"/>
              <a:t> / Other) and enter the number of invoices for that location. Once you click on the required location, the Dock-In button will become visible.</a:t>
            </a:r>
          </a:p>
          <a:p>
            <a:r>
              <a:rPr lang="en-IN" dirty="0"/>
              <a:t>The Total Invoices must match the sum of all docked location invoices. This validation will be checked before performing the final Dock-Out.</a:t>
            </a:r>
          </a:p>
          <a:p>
            <a:endParaRPr lang="en-IN" dirty="0"/>
          </a:p>
          <a:p>
            <a:r>
              <a:rPr lang="en-IN" dirty="0"/>
              <a:t>  </a:t>
            </a:r>
            <a:r>
              <a:rPr lang="hi-IN" dirty="0"/>
              <a:t>लोकेशन निवडा आणि त्या ठिकाणाचे चलन क्रमांक भरा</a:t>
            </a:r>
            <a:br>
              <a:rPr lang="hi-IN" dirty="0"/>
            </a:br>
            <a:r>
              <a:rPr lang="hi-IN" dirty="0"/>
              <a:t>आवश्यक लोकेशन (</a:t>
            </a:r>
            <a:r>
              <a:rPr lang="en-IN" dirty="0"/>
              <a:t>LMHP / HHP / </a:t>
            </a:r>
            <a:r>
              <a:rPr lang="en-IN" dirty="0" err="1"/>
              <a:t>Genset</a:t>
            </a:r>
            <a:r>
              <a:rPr lang="en-IN" dirty="0"/>
              <a:t> / RWH / </a:t>
            </a:r>
            <a:r>
              <a:rPr lang="en-IN" dirty="0" err="1"/>
              <a:t>EStore</a:t>
            </a:r>
            <a:r>
              <a:rPr lang="en-IN" dirty="0"/>
              <a:t> / Other) </a:t>
            </a:r>
            <a:r>
              <a:rPr lang="hi-IN" dirty="0"/>
              <a:t>निवडा आणि त्या ठिकाणासाठी चलनांची संख्या प्रविष्ट करा. आवश्यक लोकेशनवर क्लिक केल्यावर </a:t>
            </a:r>
            <a:r>
              <a:rPr lang="en-IN" dirty="0"/>
              <a:t>Dock-In </a:t>
            </a:r>
            <a:r>
              <a:rPr lang="hi-IN" dirty="0"/>
              <a:t>बटण दिसेल.</a:t>
            </a:r>
          </a:p>
          <a:p>
            <a:r>
              <a:rPr lang="hi-IN" dirty="0"/>
              <a:t>एकूण चलनांची संख्या (</a:t>
            </a:r>
            <a:r>
              <a:rPr lang="en-IN" dirty="0"/>
              <a:t>Total Invoices) </a:t>
            </a:r>
            <a:r>
              <a:rPr lang="hi-IN" dirty="0"/>
              <a:t>ही सर्व डॉक केलेल्या ठिकाणांवरील चलनांच्या बेरजेशी जुळली पाहिजे. ही पडताळणी अंतिम </a:t>
            </a:r>
            <a:r>
              <a:rPr lang="en-IN" dirty="0"/>
              <a:t>Dock-Out </a:t>
            </a:r>
            <a:r>
              <a:rPr lang="hi-IN" dirty="0"/>
              <a:t>करण्यापूर्वी केली जाईल.</a:t>
            </a:r>
            <a:endParaRPr lang="en-US" dirty="0"/>
          </a:p>
          <a:p>
            <a:endParaRPr lang="en-IN" dirty="0"/>
          </a:p>
        </p:txBody>
      </p:sp>
    </p:spTree>
    <p:extLst>
      <p:ext uri="{BB962C8B-B14F-4D97-AF65-F5344CB8AC3E}">
        <p14:creationId xmlns:p14="http://schemas.microsoft.com/office/powerpoint/2010/main" val="7915404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78873" y="706582"/>
            <a:ext cx="10931236" cy="2031325"/>
          </a:xfrm>
          <a:prstGeom prst="rect">
            <a:avLst/>
          </a:prstGeom>
          <a:noFill/>
        </p:spPr>
        <p:txBody>
          <a:bodyPr wrap="square" rtlCol="0">
            <a:spAutoFit/>
          </a:bodyPr>
          <a:lstStyle/>
          <a:p>
            <a:r>
              <a:rPr lang="en-IN" b="1" dirty="0" smtClean="0"/>
              <a:t>6. </a:t>
            </a:r>
            <a:r>
              <a:rPr lang="en-IN" b="1" dirty="0"/>
              <a:t>Enter Remark (Optional)</a:t>
            </a:r>
            <a:br>
              <a:rPr lang="en-IN" b="1" dirty="0"/>
            </a:br>
            <a:r>
              <a:rPr lang="en-IN" dirty="0"/>
              <a:t>Enter any specific remark related to the vehicle in the Remark field</a:t>
            </a:r>
            <a:r>
              <a:rPr lang="en-IN" dirty="0" smtClean="0"/>
              <a:t>.</a:t>
            </a:r>
          </a:p>
          <a:p>
            <a:endParaRPr lang="en-IN" dirty="0"/>
          </a:p>
          <a:p>
            <a:r>
              <a:rPr lang="en-IN" dirty="0" smtClean="0"/>
              <a:t> </a:t>
            </a:r>
            <a:r>
              <a:rPr lang="hi-IN" dirty="0"/>
              <a:t>टिप्पणी प्रविष्ट करा (ऐच्छिक)</a:t>
            </a:r>
            <a:br>
              <a:rPr lang="hi-IN" dirty="0"/>
            </a:br>
            <a:r>
              <a:rPr lang="hi-IN" dirty="0"/>
              <a:t>त्या वाहनासंबंधित कोणतीही विशेष टिप्पणी </a:t>
            </a:r>
            <a:r>
              <a:rPr lang="en-IN" dirty="0"/>
              <a:t>Remark </a:t>
            </a:r>
            <a:r>
              <a:rPr lang="hi-IN" dirty="0"/>
              <a:t>फील्डमध्ये प्रविष्ट करा.</a:t>
            </a:r>
          </a:p>
          <a:p>
            <a:r>
              <a:rPr lang="hi-IN" dirty="0"/>
              <a:t> </a:t>
            </a:r>
          </a:p>
          <a:p>
            <a:r>
              <a:rPr lang="hi-IN" dirty="0"/>
              <a:t> </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613" y="2341419"/>
            <a:ext cx="10770118" cy="4017818"/>
          </a:xfrm>
          <a:prstGeom prst="rect">
            <a:avLst/>
          </a:prstGeom>
        </p:spPr>
      </p:pic>
      <p:cxnSp>
        <p:nvCxnSpPr>
          <p:cNvPr id="5" name="Straight Connector 4"/>
          <p:cNvCxnSpPr/>
          <p:nvPr/>
        </p:nvCxnSpPr>
        <p:spPr>
          <a:xfrm flipV="1">
            <a:off x="9919854" y="4059382"/>
            <a:ext cx="1122219" cy="530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98353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327" y="609600"/>
            <a:ext cx="10764982" cy="3170099"/>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7. Perform Dock-In</a:t>
            </a:r>
            <a:br>
              <a:rPr lang="en-IN" sz="2000" b="1"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Click on the Dock-In button for the selected location.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While performing Dock-In, the system will verify that:</a:t>
            </a:r>
          </a:p>
          <a:p>
            <a:r>
              <a:rPr lang="en-IN" sz="2000" dirty="0">
                <a:latin typeface="Times New Roman" panose="02020603050405020304" pitchFamily="18" charset="0"/>
                <a:cs typeface="Times New Roman" panose="02020603050405020304" pitchFamily="18" charset="0"/>
              </a:rPr>
              <a:t>The Gate Entry Number is present and valid (12 digits).</a:t>
            </a:r>
          </a:p>
          <a:p>
            <a:r>
              <a:rPr lang="en-IN" sz="2000" dirty="0">
                <a:latin typeface="Times New Roman" panose="02020603050405020304" pitchFamily="18" charset="0"/>
                <a:cs typeface="Times New Roman" panose="02020603050405020304" pitchFamily="18" charset="0"/>
              </a:rPr>
              <a:t>The Total Invoices have been entered.</a:t>
            </a:r>
          </a:p>
          <a:p>
            <a:r>
              <a:rPr lang="en-IN" sz="2000" dirty="0">
                <a:latin typeface="Times New Roman" panose="02020603050405020304" pitchFamily="18" charset="0"/>
                <a:cs typeface="Times New Roman" panose="02020603050405020304" pitchFamily="18" charset="0"/>
              </a:rPr>
              <a:t>The Material Category has been selected</a:t>
            </a:r>
            <a:r>
              <a:rPr lang="en-IN" sz="2000" dirty="0" smtClean="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hi-IN" sz="2000" dirty="0">
              <a:latin typeface="Times New Roman" panose="02020603050405020304" pitchFamily="18" charset="0"/>
            </a:endParaRPr>
          </a:p>
          <a:p>
            <a:r>
              <a:rPr lang="hi-IN" sz="2000" dirty="0">
                <a:latin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8398"/>
          <a:stretch/>
        </p:blipFill>
        <p:spPr>
          <a:xfrm>
            <a:off x="900545" y="3532910"/>
            <a:ext cx="10224655" cy="3217026"/>
          </a:xfrm>
          <a:prstGeom prst="rect">
            <a:avLst/>
          </a:prstGeom>
        </p:spPr>
      </p:pic>
      <p:sp>
        <p:nvSpPr>
          <p:cNvPr id="5" name="TextBox 4"/>
          <p:cNvSpPr txBox="1"/>
          <p:nvPr/>
        </p:nvSpPr>
        <p:spPr>
          <a:xfrm>
            <a:off x="6691745" y="955964"/>
            <a:ext cx="4322619" cy="286232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Dock-In </a:t>
            </a:r>
            <a:r>
              <a:rPr lang="hi-IN" b="1" dirty="0">
                <a:latin typeface="Times New Roman" panose="02020603050405020304" pitchFamily="18" charset="0"/>
              </a:rPr>
              <a:t>करा</a:t>
            </a:r>
            <a:r>
              <a:rPr lang="hi-IN" dirty="0">
                <a:latin typeface="Times New Roman" panose="02020603050405020304" pitchFamily="18" charset="0"/>
              </a:rPr>
              <a:t/>
            </a:r>
            <a:br>
              <a:rPr lang="hi-IN" dirty="0">
                <a:latin typeface="Times New Roman" panose="02020603050405020304" pitchFamily="18" charset="0"/>
              </a:rPr>
            </a:br>
            <a:r>
              <a:rPr lang="hi-IN" dirty="0">
                <a:latin typeface="Times New Roman" panose="02020603050405020304" pitchFamily="18" charset="0"/>
              </a:rPr>
              <a:t>निवडलेल्या ठिकाणासाठी </a:t>
            </a:r>
            <a:r>
              <a:rPr lang="en-IN" dirty="0">
                <a:latin typeface="Times New Roman" panose="02020603050405020304" pitchFamily="18" charset="0"/>
                <a:cs typeface="Times New Roman" panose="02020603050405020304" pitchFamily="18" charset="0"/>
              </a:rPr>
              <a:t>Dock-In </a:t>
            </a:r>
            <a:r>
              <a:rPr lang="hi-IN" dirty="0">
                <a:latin typeface="Times New Roman" panose="02020603050405020304" pitchFamily="18" charset="0"/>
              </a:rPr>
              <a:t>बटणावर क्लिक करा.</a:t>
            </a:r>
            <a:br>
              <a:rPr lang="hi-IN" dirty="0">
                <a:latin typeface="Times New Roman" panose="02020603050405020304" pitchFamily="18" charset="0"/>
              </a:rPr>
            </a:br>
            <a:r>
              <a:rPr lang="en-IN" dirty="0">
                <a:latin typeface="Times New Roman" panose="02020603050405020304" pitchFamily="18" charset="0"/>
                <a:cs typeface="Times New Roman" panose="02020603050405020304" pitchFamily="18" charset="0"/>
              </a:rPr>
              <a:t>Dock-In </a:t>
            </a:r>
            <a:r>
              <a:rPr lang="hi-IN" dirty="0">
                <a:latin typeface="Times New Roman" panose="02020603050405020304" pitchFamily="18" charset="0"/>
              </a:rPr>
              <a:t>करताना सिस्टीम खालील गोष्टी तपासेल:</a:t>
            </a:r>
          </a:p>
          <a:p>
            <a:r>
              <a:rPr lang="hi-IN" dirty="0">
                <a:latin typeface="Times New Roman" panose="02020603050405020304" pitchFamily="18" charset="0"/>
              </a:rPr>
              <a:t>गेट एन्ट्री क्रमांक अस्तित्वात आहे आणि वैध आहे (12 अंकांचा).</a:t>
            </a:r>
          </a:p>
          <a:p>
            <a:r>
              <a:rPr lang="hi-IN" dirty="0">
                <a:latin typeface="Times New Roman" panose="02020603050405020304" pitchFamily="18" charset="0"/>
              </a:rPr>
              <a:t>एकूण चलनांची संख्या प्रविष्ट केली आहे.</a:t>
            </a:r>
          </a:p>
          <a:p>
            <a:r>
              <a:rPr lang="hi-IN" dirty="0">
                <a:latin typeface="Times New Roman" panose="02020603050405020304" pitchFamily="18" charset="0"/>
              </a:rPr>
              <a:t>मटेरियल श्रेणी निवडली आहे.</a:t>
            </a:r>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6263592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055" y="3186545"/>
            <a:ext cx="11083636" cy="3200400"/>
          </a:xfrm>
          <a:prstGeom prst="rect">
            <a:avLst/>
          </a:prstGeom>
        </p:spPr>
      </p:pic>
      <p:sp>
        <p:nvSpPr>
          <p:cNvPr id="4" name="TextBox 3"/>
          <p:cNvSpPr txBox="1"/>
          <p:nvPr/>
        </p:nvSpPr>
        <p:spPr>
          <a:xfrm>
            <a:off x="471055" y="1066800"/>
            <a:ext cx="10945090" cy="1754326"/>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8. View Pending Vehicles :</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You can also view vehicles pending for Dock-In or pending for Dock-Out by using the respective filter buttons.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r>
              <a:rPr lang="hi-IN" dirty="0">
                <a:latin typeface="Times New Roman" panose="02020603050405020304" pitchFamily="18" charset="0"/>
              </a:rPr>
              <a:t>प्रलंबित वाहने पहा</a:t>
            </a:r>
            <a:br>
              <a:rPr lang="hi-IN" dirty="0">
                <a:latin typeface="Times New Roman" panose="02020603050405020304" pitchFamily="18" charset="0"/>
              </a:rPr>
            </a:br>
            <a:r>
              <a:rPr lang="hi-IN" dirty="0">
                <a:latin typeface="Times New Roman" panose="02020603050405020304" pitchFamily="18" charset="0"/>
              </a:rPr>
              <a:t>तुम्ही संबंधित फिल्टर बटणांचा वापर करून </a:t>
            </a:r>
            <a:r>
              <a:rPr lang="en-IN" dirty="0">
                <a:latin typeface="Times New Roman" panose="02020603050405020304" pitchFamily="18" charset="0"/>
                <a:cs typeface="Times New Roman" panose="02020603050405020304" pitchFamily="18" charset="0"/>
              </a:rPr>
              <a:t>Dock-In </a:t>
            </a:r>
            <a:r>
              <a:rPr lang="hi-IN" dirty="0">
                <a:latin typeface="Times New Roman" panose="02020603050405020304" pitchFamily="18" charset="0"/>
              </a:rPr>
              <a:t>साठी प्रलंबित किंवा </a:t>
            </a:r>
            <a:r>
              <a:rPr lang="en-IN" dirty="0">
                <a:latin typeface="Times New Roman" panose="02020603050405020304" pitchFamily="18" charset="0"/>
                <a:cs typeface="Times New Roman" panose="02020603050405020304" pitchFamily="18" charset="0"/>
              </a:rPr>
              <a:t>Dock-Out </a:t>
            </a:r>
            <a:r>
              <a:rPr lang="hi-IN" dirty="0">
                <a:latin typeface="Times New Roman" panose="02020603050405020304" pitchFamily="18" charset="0"/>
              </a:rPr>
              <a:t>साठी प्रलंबित वाहने पाहू शकता.</a:t>
            </a:r>
          </a:p>
          <a:p>
            <a:endParaRPr lang="en-IN" dirty="0"/>
          </a:p>
        </p:txBody>
      </p:sp>
    </p:spTree>
    <p:extLst>
      <p:ext uri="{BB962C8B-B14F-4D97-AF65-F5344CB8AC3E}">
        <p14:creationId xmlns:p14="http://schemas.microsoft.com/office/powerpoint/2010/main" val="1901080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1055" y="858982"/>
            <a:ext cx="11720945" cy="3477875"/>
          </a:xfrm>
          <a:prstGeom prst="rect">
            <a:avLst/>
          </a:prstGeom>
          <a:noFill/>
        </p:spPr>
        <p:txBody>
          <a:bodyPr wrap="square" rtlCol="0">
            <a:spAutoFit/>
          </a:bodyPr>
          <a:lstStyle/>
          <a:p>
            <a:r>
              <a:rPr lang="en-IN" sz="2000" b="1" dirty="0"/>
              <a:t>9</a:t>
            </a:r>
            <a:r>
              <a:rPr lang="en-IN" sz="2000" b="1" dirty="0" smtClean="0"/>
              <a:t>. </a:t>
            </a:r>
            <a:r>
              <a:rPr lang="en-IN" sz="2000" b="1" dirty="0"/>
              <a:t>Perform Dock-Out</a:t>
            </a:r>
            <a:r>
              <a:rPr lang="en-IN" sz="2000" dirty="0"/>
              <a:t/>
            </a:r>
            <a:br>
              <a:rPr lang="en-IN" sz="2000" dirty="0"/>
            </a:br>
            <a:r>
              <a:rPr lang="en-IN" sz="2000" dirty="0"/>
              <a:t>Click the Dock-Out button for the same location where Dock-In has already been performed.</a:t>
            </a:r>
            <a:br>
              <a:rPr lang="en-IN" sz="2000" dirty="0"/>
            </a:br>
            <a:r>
              <a:rPr lang="en-IN" sz="2000" dirty="0"/>
              <a:t>The system will verify that a Dock-In record exists by checking whether a start time has been recorded.</a:t>
            </a:r>
          </a:p>
          <a:p>
            <a:r>
              <a:rPr lang="en-IN" sz="2000" dirty="0"/>
              <a:t>If the Dock-Out button is not visible, click on the docked location invoice box where Dock-In was previously performed</a:t>
            </a:r>
            <a:r>
              <a:rPr lang="en-IN" sz="2000" dirty="0" smtClean="0"/>
              <a:t>.</a:t>
            </a:r>
          </a:p>
          <a:p>
            <a:endParaRPr lang="en-IN" sz="2000" dirty="0"/>
          </a:p>
          <a:p>
            <a:r>
              <a:rPr lang="en-IN" sz="2000" dirty="0"/>
              <a:t> </a:t>
            </a:r>
            <a:r>
              <a:rPr lang="en-IN" sz="2000" dirty="0" smtClean="0"/>
              <a:t> </a:t>
            </a:r>
            <a:r>
              <a:rPr lang="en-IN" sz="2000" dirty="0"/>
              <a:t>Dock-Out </a:t>
            </a:r>
            <a:r>
              <a:rPr lang="hi-IN" sz="2000" dirty="0"/>
              <a:t>करा</a:t>
            </a:r>
            <a:br>
              <a:rPr lang="hi-IN" sz="2000" dirty="0"/>
            </a:br>
            <a:r>
              <a:rPr lang="hi-IN" sz="2000" dirty="0"/>
              <a:t>ज्या ठिकाणी आधी </a:t>
            </a:r>
            <a:r>
              <a:rPr lang="en-IN" sz="2000" dirty="0"/>
              <a:t>Dock-In </a:t>
            </a:r>
            <a:r>
              <a:rPr lang="hi-IN" sz="2000" dirty="0"/>
              <a:t>केले आहे, त्याच ठिकाणासाठी </a:t>
            </a:r>
            <a:r>
              <a:rPr lang="en-IN" sz="2000" dirty="0"/>
              <a:t>Dock-Out </a:t>
            </a:r>
            <a:r>
              <a:rPr lang="hi-IN" sz="2000" dirty="0"/>
              <a:t>बटणावर क्लिक करा.</a:t>
            </a:r>
            <a:br>
              <a:rPr lang="hi-IN" sz="2000" dirty="0"/>
            </a:br>
            <a:r>
              <a:rPr lang="hi-IN" sz="2000" dirty="0"/>
              <a:t>सिस्टीम </a:t>
            </a:r>
            <a:r>
              <a:rPr lang="en-IN" sz="2000" dirty="0"/>
              <a:t>Dock-In </a:t>
            </a:r>
            <a:r>
              <a:rPr lang="hi-IN" sz="2000" dirty="0"/>
              <a:t>नोंद अस्तित्वात आहे का हे तपासण्यासाठी प्रारंभ वेळ (</a:t>
            </a:r>
            <a:r>
              <a:rPr lang="en-IN" sz="2000" dirty="0"/>
              <a:t>start time) </a:t>
            </a:r>
            <a:r>
              <a:rPr lang="hi-IN" sz="2000" dirty="0"/>
              <a:t>नोंदवली आहे का ते पडताळेल.</a:t>
            </a:r>
          </a:p>
          <a:p>
            <a:r>
              <a:rPr lang="hi-IN" sz="2000" dirty="0"/>
              <a:t>जर </a:t>
            </a:r>
            <a:r>
              <a:rPr lang="en-IN" sz="2000" dirty="0"/>
              <a:t>Dock-Out </a:t>
            </a:r>
            <a:r>
              <a:rPr lang="hi-IN" sz="2000" dirty="0"/>
              <a:t>बटण दिसत नसेल, तर ज्या ठिकाणाच्या चलनाच्या बॉक्समध्ये </a:t>
            </a:r>
            <a:r>
              <a:rPr lang="en-IN" sz="2000" dirty="0"/>
              <a:t>Dock-In </a:t>
            </a:r>
            <a:r>
              <a:rPr lang="hi-IN" sz="2000" dirty="0"/>
              <a:t>केले आहे, त्यावर क्लिक करा.</a:t>
            </a:r>
          </a:p>
          <a:p>
            <a:r>
              <a:rPr lang="hi-IN" sz="2000" dirty="0"/>
              <a:t> </a:t>
            </a:r>
            <a:endParaRPr lang="en-IN" sz="20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055" y="3976255"/>
            <a:ext cx="11083636" cy="2881745"/>
          </a:xfrm>
          <a:prstGeom prst="rect">
            <a:avLst/>
          </a:prstGeom>
        </p:spPr>
      </p:pic>
    </p:spTree>
    <p:extLst>
      <p:ext uri="{BB962C8B-B14F-4D97-AF65-F5344CB8AC3E}">
        <p14:creationId xmlns:p14="http://schemas.microsoft.com/office/powerpoint/2010/main" val="5657743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2217" y="3075708"/>
            <a:ext cx="10020399" cy="3629891"/>
          </a:xfrm>
          <a:prstGeom prst="rect">
            <a:avLst/>
          </a:prstGeom>
        </p:spPr>
      </p:pic>
      <p:sp>
        <p:nvSpPr>
          <p:cNvPr id="4" name="TextBox 3"/>
          <p:cNvSpPr txBox="1"/>
          <p:nvPr/>
        </p:nvSpPr>
        <p:spPr>
          <a:xfrm>
            <a:off x="969817" y="720436"/>
            <a:ext cx="9992689" cy="2585323"/>
          </a:xfrm>
          <a:prstGeom prst="rect">
            <a:avLst/>
          </a:prstGeom>
          <a:noFill/>
        </p:spPr>
        <p:txBody>
          <a:bodyPr wrap="square" rtlCol="0">
            <a:spAutoFit/>
          </a:bodyPr>
          <a:lstStyle/>
          <a:p>
            <a:r>
              <a:rPr lang="en-IN" b="1" dirty="0"/>
              <a:t>10. Filter by Date</a:t>
            </a:r>
            <a:r>
              <a:rPr lang="en-IN" dirty="0"/>
              <a:t/>
            </a:r>
            <a:br>
              <a:rPr lang="en-IN" dirty="0"/>
            </a:br>
            <a:r>
              <a:rPr lang="en-IN" dirty="0">
                <a:latin typeface="Times New Roman" panose="02020603050405020304" pitchFamily="18" charset="0"/>
                <a:cs typeface="Times New Roman" panose="02020603050405020304" pitchFamily="18" charset="0"/>
              </a:rPr>
              <a:t>There is also an option to filter by date. You can use this feature to view the vehicle list for a specific date or date range.</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r>
              <a:rPr lang="hi-IN" dirty="0">
                <a:latin typeface="Times New Roman" panose="02020603050405020304" pitchFamily="18" charset="0"/>
              </a:rPr>
              <a:t>तारीख फिल्टर करा</a:t>
            </a:r>
            <a:br>
              <a:rPr lang="hi-IN" dirty="0">
                <a:latin typeface="Times New Roman" panose="02020603050405020304" pitchFamily="18" charset="0"/>
              </a:rPr>
            </a:br>
            <a:r>
              <a:rPr lang="hi-IN" dirty="0">
                <a:latin typeface="Times New Roman" panose="02020603050405020304" pitchFamily="18" charset="0"/>
              </a:rPr>
              <a:t>तारीखेनुसार फिल्टर करण्याचा पर्याय देखील उपलब्ध आहे. या पर्यायाचा वापर करून तुम्ही विशिष्ट तारीख किंवा कालावधीसाठी वाहनांची यादी पाहू शकता.</a:t>
            </a:r>
          </a:p>
          <a:p>
            <a:r>
              <a:rPr lang="hi-IN" dirty="0">
                <a:latin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368579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8036" y="3546764"/>
            <a:ext cx="11023962" cy="3311236"/>
          </a:xfrm>
          <a:prstGeom prst="rect">
            <a:avLst/>
          </a:prstGeom>
        </p:spPr>
      </p:pic>
      <p:sp>
        <p:nvSpPr>
          <p:cNvPr id="3" name="TextBox 2"/>
          <p:cNvSpPr txBox="1"/>
          <p:nvPr/>
        </p:nvSpPr>
        <p:spPr>
          <a:xfrm>
            <a:off x="568036" y="786711"/>
            <a:ext cx="10848109" cy="313932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8. Export Report (Date-wise)</a:t>
            </a:r>
          </a:p>
          <a:p>
            <a:r>
              <a:rPr lang="en-IN" dirty="0">
                <a:latin typeface="Times New Roman" panose="02020603050405020304" pitchFamily="18" charset="0"/>
                <a:cs typeface="Times New Roman" panose="02020603050405020304" pitchFamily="18" charset="0"/>
              </a:rPr>
              <a:t>To export a report for a specific date or a range of dates, first select both the From Date and To Date.</a:t>
            </a:r>
          </a:p>
          <a:p>
            <a:r>
              <a:rPr lang="en-IN" dirty="0">
                <a:latin typeface="Times New Roman" panose="02020603050405020304" pitchFamily="18" charset="0"/>
                <a:cs typeface="Times New Roman" panose="02020603050405020304" pitchFamily="18" charset="0"/>
              </a:rPr>
              <a:t>After selecting the dates, click on the Export button.</a:t>
            </a:r>
          </a:p>
          <a:p>
            <a:r>
              <a:rPr lang="en-IN" dirty="0">
                <a:latin typeface="Times New Roman" panose="02020603050405020304" pitchFamily="18" charset="0"/>
                <a:cs typeface="Times New Roman" panose="02020603050405020304" pitchFamily="18" charset="0"/>
              </a:rPr>
              <a:t>The system will then generate and export the report to Excel for the selected date range.</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r>
              <a:rPr lang="hi-IN" dirty="0">
                <a:latin typeface="Times New Roman" panose="02020603050405020304" pitchFamily="18" charset="0"/>
              </a:rPr>
              <a:t>रिपोर्ट एक्सपोर्ट करा (तारीखनिहाय)</a:t>
            </a:r>
          </a:p>
          <a:p>
            <a:r>
              <a:rPr lang="hi-IN" dirty="0">
                <a:latin typeface="Times New Roman" panose="02020603050405020304" pitchFamily="18" charset="0"/>
              </a:rPr>
              <a:t>विशिष्ट तारीख किंवा तारखांच्या कालावधीसाठी रिपोर्ट एक्सपोर्ट करण्यासाठी, प्रथम </a:t>
            </a:r>
            <a:r>
              <a:rPr lang="en-IN" dirty="0">
                <a:latin typeface="Times New Roman" panose="02020603050405020304" pitchFamily="18" charset="0"/>
                <a:cs typeface="Times New Roman" panose="02020603050405020304" pitchFamily="18" charset="0"/>
              </a:rPr>
              <a:t>From Date </a:t>
            </a:r>
            <a:r>
              <a:rPr lang="hi-IN" dirty="0">
                <a:latin typeface="Times New Roman" panose="02020603050405020304" pitchFamily="18" charset="0"/>
              </a:rPr>
              <a:t>आणि </a:t>
            </a:r>
            <a:r>
              <a:rPr lang="en-IN" dirty="0">
                <a:latin typeface="Times New Roman" panose="02020603050405020304" pitchFamily="18" charset="0"/>
                <a:cs typeface="Times New Roman" panose="02020603050405020304" pitchFamily="18" charset="0"/>
              </a:rPr>
              <a:t>To Date </a:t>
            </a:r>
            <a:r>
              <a:rPr lang="hi-IN" dirty="0">
                <a:latin typeface="Times New Roman" panose="02020603050405020304" pitchFamily="18" charset="0"/>
              </a:rPr>
              <a:t>निवडा.</a:t>
            </a:r>
          </a:p>
          <a:p>
            <a:r>
              <a:rPr lang="hi-IN" dirty="0">
                <a:latin typeface="Times New Roman" panose="02020603050405020304" pitchFamily="18" charset="0"/>
              </a:rPr>
              <a:t>तारीखा निवडल्यानंतर </a:t>
            </a:r>
            <a:r>
              <a:rPr lang="en-IN" dirty="0">
                <a:latin typeface="Times New Roman" panose="02020603050405020304" pitchFamily="18" charset="0"/>
                <a:cs typeface="Times New Roman" panose="02020603050405020304" pitchFamily="18" charset="0"/>
              </a:rPr>
              <a:t>Export </a:t>
            </a:r>
            <a:r>
              <a:rPr lang="hi-IN" dirty="0">
                <a:latin typeface="Times New Roman" panose="02020603050405020304" pitchFamily="18" charset="0"/>
              </a:rPr>
              <a:t>बटणावर क्लिक करा.</a:t>
            </a:r>
          </a:p>
          <a:p>
            <a:r>
              <a:rPr lang="hi-IN" dirty="0">
                <a:latin typeface="Times New Roman" panose="02020603050405020304" pitchFamily="18" charset="0"/>
              </a:rPr>
              <a:t>सिस्टीम निवडलेल्या तारखांच्या कालावधीसाठी रिपोर्ट </a:t>
            </a:r>
            <a:r>
              <a:rPr lang="en-IN" dirty="0">
                <a:latin typeface="Times New Roman" panose="02020603050405020304" pitchFamily="18" charset="0"/>
                <a:cs typeface="Times New Roman" panose="02020603050405020304" pitchFamily="18" charset="0"/>
              </a:rPr>
              <a:t>Excel </a:t>
            </a:r>
            <a:r>
              <a:rPr lang="hi-IN" dirty="0">
                <a:latin typeface="Times New Roman" panose="02020603050405020304" pitchFamily="18" charset="0"/>
              </a:rPr>
              <a:t>स्वरूपात तयार करून एक्सपोर्ट करेल.</a:t>
            </a:r>
          </a:p>
          <a:p>
            <a:r>
              <a:rPr lang="hi-IN" dirty="0">
                <a:latin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67545959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23693</TotalTime>
  <Words>169</Words>
  <Application>Microsoft Office PowerPoint</Application>
  <PresentationFormat>Widescreen</PresentationFormat>
  <Paragraphs>65</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Mangal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Material Inward Process Automation</dc:title>
  <dc:creator>Uday Rane</dc:creator>
  <cp:lastModifiedBy>LENOVO1</cp:lastModifiedBy>
  <cp:revision>64</cp:revision>
  <dcterms:created xsi:type="dcterms:W3CDTF">2025-01-27T06:30:29Z</dcterms:created>
  <dcterms:modified xsi:type="dcterms:W3CDTF">2025-11-12T07:15:59Z</dcterms:modified>
</cp:coreProperties>
</file>